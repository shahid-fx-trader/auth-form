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91440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914400"/>
            <a:ext cx="5120640" cy="5029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9326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932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SignUp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993392"/>
            <a:ext cx="457200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Password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2633472"/>
            <a:ext cx="457200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88036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Submit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Form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22D3EE"/>
                </a:solidFill>
              </a:rPr>
              <a:t>React  +  Tailwind CSS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fully functional Login &amp; SignUp UI for React apps with clean validation and user management.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Tech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React Hooks (useState)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Tailwind CSS utility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JavaScript ES6+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27432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Deliverable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62763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Single AuthForm.jsx component — drop it into any React + Tailwind project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8872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Tab Switching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Smooth Login / SignUp toggle with active tab highlight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54864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18872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Form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 format check, 6-char password, confirm match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54864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18872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In-Memory Store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Users saved on signup and verified on login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54864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10896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Error Messages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Field-level real-time error display in 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26080"/>
            <a:ext cx="54864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0712" y="310896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Success Banners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Green feedback banner on login and signup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26080"/>
            <a:ext cx="54864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310896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Auto Redirect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1.8s redirect to Login after successful signup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9377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State Variable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activeTab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Tracks current tab — login or signup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users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Object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In-memory user database { email: password }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loginEmail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 email input value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loginPass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 password input value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loginErrors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Object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 field error messages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loginSuccess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Shows green success banner on login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signupEmail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 email input value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signupPass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 password value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signupConfirm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Confirm password value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signupErrors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Object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Signup field error messages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</a:rPr>
              <a:t>LOGIN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opens Login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Enters email + password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handleLogin() validates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Match → Success banner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No match → Error shown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</a:rPr>
              <a:t>SIGNUP 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2801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opens SignUp tab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737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8745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Enters email + pass + confirm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331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46888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handleSignup() validates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06324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Valid → Saved to users{}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36576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↩ Auto redirect to Login (1.8s)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914400"/>
            <a:ext cx="0" cy="347472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784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Real 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Connect to Node.js, Firebase, or Supabase for persistent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6868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9784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3441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Secure sessions with JSON Web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6868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9784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OAuth Login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3441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Google and GitHub one-click sign 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8600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Dark Mode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Toggle between light and dark themes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2860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28600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Loading Spinner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Show feedback while submit is processing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2860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28600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Forgot Password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Email-based password reset 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github.com/Shahid-fx-Trader/auth-form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 Form — React + Tailwind CSS</dc:title>
  <dc:subject>PptxGenJS Presentation</dc:subject>
  <dc:creator>PptxGenJS</dc:creator>
  <cp:lastModifiedBy>PptxGenJS</cp:lastModifiedBy>
  <cp:revision>1</cp:revision>
  <dcterms:created xsi:type="dcterms:W3CDTF">2026-04-22T10:21:13Z</dcterms:created>
  <dcterms:modified xsi:type="dcterms:W3CDTF">2026-04-22T10:21:13Z</dcterms:modified>
</cp:coreProperties>
</file>